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19/04/2026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mo.unitemplates.com/sombra/index.php/home-1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53685716"/>
              </p:ext>
            </p:extLst>
          </p:nvPr>
        </p:nvGraphicFramePr>
        <p:xfrm>
          <a:off x="498835" y="2118339"/>
          <a:ext cx="11232490" cy="2788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59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268083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46385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4950963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762884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502793">
                <a:tc>
                  <a:txBody>
                    <a:bodyPr/>
                    <a:lstStyle/>
                    <a:p>
                      <a:pPr lvl="0"/>
                      <a:r>
                        <a:rPr lang="es-ES" sz="1600" dirty="0"/>
                        <a:t>J</a:t>
                      </a:r>
                      <a:r>
                        <a:rPr lang="es-PE" sz="1600" dirty="0"/>
                        <a:t>unior Guillermo Torres Lapa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Gerardo Turin Sanchez</a:t>
                      </a:r>
                      <a:endParaRPr lang="es-PE" sz="1400" b="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299711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25664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Venta de Zapatillas “ChasKicks”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P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https://demo.unitemplates.com/sombra/index.php/home-1</a:t>
                      </a:r>
                      <a:r>
                        <a:rPr lang="es-PE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800" dirty="0">
                <a:solidFill>
                  <a:schemeClr val="tx2"/>
                </a:solidFill>
              </a:rPr>
              <a:t>No se encontraron incidentes relevantes dentro del desarrollo de Avance de Trabajo Final.</a:t>
            </a:r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151</Words>
  <Application>Microsoft Office PowerPoint</Application>
  <PresentationFormat>Panorámica</PresentationFormat>
  <Paragraphs>22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Guille Torres</cp:lastModifiedBy>
  <cp:revision>22</cp:revision>
  <dcterms:created xsi:type="dcterms:W3CDTF">2022-09-09T21:19:54Z</dcterms:created>
  <dcterms:modified xsi:type="dcterms:W3CDTF">2026-04-20T04:29:02Z</dcterms:modified>
</cp:coreProperties>
</file>