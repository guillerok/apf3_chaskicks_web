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12C8C85-51F0-491E-9774-3900AFEF0FD7}" styleName="Estilo claro 2 - Acento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BC89EF96-8CEA-46FF-86C4-4CE0E7609802}" styleName="Estilo claro 3 - Acento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84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DF766E-CD89-3CF5-465F-D57C609B3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3E07A5C-CDD9-6A4D-63F5-7ED7555EF6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B52801A-FFB8-3B4E-7260-77D8B3465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95141-521D-4C20-98E1-37B4FE814EAD}" type="datetimeFigureOut">
              <a:rPr lang="es-PE" smtClean="0"/>
              <a:t>27/06/2026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932079A-BD87-1DB5-E05A-8092EA53A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AD1082-E65D-0318-E0CF-A833280D6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5798-60B5-4C06-B5E3-F9D900FF2E6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2350071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B29317-3366-717F-BA0C-76421B201B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936606D-DB44-75EF-4F9A-B84DC12EFF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C6D9F8F-E76A-8F1E-C460-D0475E1A6B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95141-521D-4C20-98E1-37B4FE814EAD}" type="datetimeFigureOut">
              <a:rPr lang="es-PE" smtClean="0"/>
              <a:t>27/06/2026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45CA404-C2D9-EA19-0AD0-B1ACBF8D1E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0295459-A203-7717-76B2-C57891C60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5798-60B5-4C06-B5E3-F9D900FF2E6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6906376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4243D7-F413-76FC-AD6D-CCE6B7D9C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BB818FE-AA97-83C2-2A1A-47067912F4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F0B472D-D9F5-06F0-E097-A67659DA43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95141-521D-4C20-98E1-37B4FE814EAD}" type="datetimeFigureOut">
              <a:rPr lang="es-PE" smtClean="0"/>
              <a:t>27/06/2026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D4F8B55-C1BA-399A-8BB8-A0BFF6102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FB66D55-0D60-37EC-C6C9-0FE741548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5798-60B5-4C06-B5E3-F9D900FF2E6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0040980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0620B3-F0AB-F1FA-BE44-E338ACFE5B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D0B3DEE-6A25-A2F6-EB39-7BF1BBC64C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0136D11-88DA-5195-AC39-F8680ADC1C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A93584B-96AC-8204-4EEE-47E2AD641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95141-521D-4C20-98E1-37B4FE814EAD}" type="datetimeFigureOut">
              <a:rPr lang="es-PE" smtClean="0"/>
              <a:t>27/06/2026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5486D50-BDEE-08CA-D597-444BA8294E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E4C9A05-F103-1E77-A809-B94C8731E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5798-60B5-4C06-B5E3-F9D900FF2E6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5050531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DC3DAA-F5F9-4ABD-CA63-AFFD728E66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13F1C9D-3F7C-812B-3527-7746A19DB0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A56DF36-5287-5B08-86DD-3D44A2B4BA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A6B44436-689A-9A6B-7922-66BDAA2CA9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EEEF7115-963B-B564-671F-72E69679B8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9DED49AB-08FD-782A-51F6-523DE67CD3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95141-521D-4C20-98E1-37B4FE814EAD}" type="datetimeFigureOut">
              <a:rPr lang="es-PE" smtClean="0"/>
              <a:t>27/06/2026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9761B916-6CAA-C969-925F-829DD62A23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7464DF3C-44A1-6656-C359-5F1EF231F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5798-60B5-4C06-B5E3-F9D900FF2E6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0365739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F76B52-CF41-4B0D-B7A1-7D1A335522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FE1CF749-7A96-0690-80F5-83E11BC56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95141-521D-4C20-98E1-37B4FE814EAD}" type="datetimeFigureOut">
              <a:rPr lang="es-PE" smtClean="0"/>
              <a:t>27/06/2026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4A5C612-6FF6-27CC-DFFA-A65F6DD11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48BBBA5-A014-36A8-AC67-7CC863701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5798-60B5-4C06-B5E3-F9D900FF2E6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7026532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AE7F100-CEC6-F4DD-6A0A-9C817B34C7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95141-521D-4C20-98E1-37B4FE814EAD}" type="datetimeFigureOut">
              <a:rPr lang="es-PE" smtClean="0"/>
              <a:t>27/06/2026</a:t>
            </a:fld>
            <a:endParaRPr lang="es-PE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C8A7E4E-A7E8-1245-9A0F-76D1410C3B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9988B6A-BEBC-E036-E4BE-5883031E4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5798-60B5-4C06-B5E3-F9D900FF2E6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7063787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3C4C15-E095-FFE6-A05C-2304762303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32EF6C0-3A97-DE35-811D-B82A4CA352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8EDF345-CEB0-D51B-33BA-DA2511B84C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CD2DA6B-D46D-351F-27B7-B3AC81CCD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95141-521D-4C20-98E1-37B4FE814EAD}" type="datetimeFigureOut">
              <a:rPr lang="es-PE" smtClean="0"/>
              <a:t>27/06/2026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E4CC241-3BB0-2C7B-6454-B390354CA5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DF66ED0-E8BE-555C-0408-49940B2F4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5798-60B5-4C06-B5E3-F9D900FF2E6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6012415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B92879-E414-ECB5-8CD4-C7C06701C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3ECFA52-9FA3-06B1-82AA-CBAC18FC01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7241E92-CFAF-6307-020D-AEC209E30F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3B00FD2-B285-3451-2A85-42A7087F9C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95141-521D-4C20-98E1-37B4FE814EAD}" type="datetimeFigureOut">
              <a:rPr lang="es-PE" smtClean="0"/>
              <a:t>27/06/2026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A11C44A-21FB-56CB-203D-AD7733EAFE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D32DE41-195D-24EA-238D-BA527FB45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5798-60B5-4C06-B5E3-F9D900FF2E6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8371539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A1C3F0-EEEA-6DD1-C810-A19A6AEA9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B7EE6CD-5C3C-D910-D134-8D20DA103A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AB84918-EC95-D593-E10A-74D25AB72D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95141-521D-4C20-98E1-37B4FE814EAD}" type="datetimeFigureOut">
              <a:rPr lang="es-PE" smtClean="0"/>
              <a:t>27/06/2026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0912FBE-A0E0-E6EE-1906-62E3BD1DC3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F305071-55B7-E5E8-C6B9-4F7067F1F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5798-60B5-4C06-B5E3-F9D900FF2E6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705492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EFD8FED-D1AF-7914-6F58-3C1D496CBD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783FAEA-BE00-FC92-9116-64237E4E59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E8EC221-0508-5153-8B6C-EF1A64BE2E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95141-521D-4C20-98E1-37B4FE814EAD}" type="datetimeFigureOut">
              <a:rPr lang="es-PE" smtClean="0"/>
              <a:t>27/06/2026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BD735E8-78C5-FF7D-677F-739F9D0F10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40976F4-B7F3-184D-CE2D-920A22FBE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5798-60B5-4C06-B5E3-F9D900FF2E6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8312307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115E97CF-0FE9-4961-5F55-FC2571A4E3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F81535B-F805-A748-673E-8F9E3E96E7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DC91CE4-472C-EEF9-1046-4EE127D5AB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795141-521D-4C20-98E1-37B4FE814EAD}" type="datetimeFigureOut">
              <a:rPr lang="es-PE" smtClean="0"/>
              <a:t>27/06/2026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35692AE-4F08-E6C3-5851-1CBEC30AEA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38EDA9A-42AD-7903-CDCA-A1D8075E42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7B5798-60B5-4C06-B5E3-F9D900FF2E6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582995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uillerok.github.io/apf3_ChasKicks_WEB/" TargetMode="External"/><Relationship Id="rId2" Type="http://schemas.openxmlformats.org/officeDocument/2006/relationships/hyperlink" Target="https://demo.unitemplates.com/sombra/index.php/home-1" TargetMode="Externa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a 4">
            <a:extLst>
              <a:ext uri="{FF2B5EF4-FFF2-40B4-BE49-F238E27FC236}">
                <a16:creationId xmlns:a16="http://schemas.microsoft.com/office/drawing/2014/main" id="{0B85FC3D-90D6-44F3-838D-7966DDE356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4437736"/>
              </p:ext>
            </p:extLst>
          </p:nvPr>
        </p:nvGraphicFramePr>
        <p:xfrm>
          <a:off x="498835" y="134997"/>
          <a:ext cx="11232490" cy="1939465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2853965">
                  <a:extLst>
                    <a:ext uri="{9D8B030D-6E8A-4147-A177-3AD203B41FA5}">
                      <a16:colId xmlns:a16="http://schemas.microsoft.com/office/drawing/2014/main" val="433686987"/>
                    </a:ext>
                  </a:extLst>
                </a:gridCol>
                <a:gridCol w="8378525">
                  <a:extLst>
                    <a:ext uri="{9D8B030D-6E8A-4147-A177-3AD203B41FA5}">
                      <a16:colId xmlns:a16="http://schemas.microsoft.com/office/drawing/2014/main" val="1085442628"/>
                    </a:ext>
                  </a:extLst>
                </a:gridCol>
              </a:tblGrid>
              <a:tr h="296237">
                <a:tc gridSpan="2"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rgbClr val="C00000"/>
                          </a:solidFill>
                        </a:rPr>
                        <a:t>DATOS DEL PROYECTO (LO COMPLETAN TODOS, ASÍ SE HAGA EL TRABAJO EN FORMA INDIVIDUAL).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5286737"/>
                  </a:ext>
                </a:extLst>
              </a:tr>
              <a:tr h="296237">
                <a:tc>
                  <a:txBody>
                    <a:bodyPr/>
                    <a:lstStyle/>
                    <a:p>
                      <a:r>
                        <a:rPr lang="es-ES" dirty="0"/>
                        <a:t>Número de NRC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25664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3055978"/>
                  </a:ext>
                </a:extLst>
              </a:tr>
              <a:tr h="296237">
                <a:tc>
                  <a:txBody>
                    <a:bodyPr/>
                    <a:lstStyle/>
                    <a:p>
                      <a:r>
                        <a:rPr lang="es-ES" dirty="0"/>
                        <a:t>Tema propuesto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Venta de Zapatillas “ChasKicks”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9721087"/>
                  </a:ext>
                </a:extLst>
              </a:tr>
              <a:tr h="365075">
                <a:tc>
                  <a:txBody>
                    <a:bodyPr/>
                    <a:lstStyle/>
                    <a:p>
                      <a:r>
                        <a:rPr lang="es-ES" dirty="0"/>
                        <a:t>URL de plantilla elegida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PE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2"/>
                        </a:rPr>
                        <a:t>https://demo.unitemplates.com/sombra/index.php/home-1</a:t>
                      </a:r>
                      <a:r>
                        <a:rPr lang="es-PE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4873570"/>
                  </a:ext>
                </a:extLst>
              </a:tr>
              <a:tr h="476425">
                <a:tc>
                  <a:txBody>
                    <a:bodyPr/>
                    <a:lstStyle/>
                    <a:p>
                      <a:r>
                        <a:rPr lang="es-ES" dirty="0"/>
                        <a:t>URL de hosting gratuito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>
                          <a:hlinkClick r:id="rId3"/>
                        </a:rPr>
                        <a:t>https://guillerok.github.io/apf3_ChasKicks_WEB/</a:t>
                      </a:r>
                      <a:r>
                        <a:rPr lang="es-ES" dirty="0"/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752937"/>
                  </a:ext>
                </a:extLst>
              </a:tr>
            </a:tbl>
          </a:graphicData>
        </a:graphic>
      </p:graphicFrame>
      <p:sp>
        <p:nvSpPr>
          <p:cNvPr id="7" name="CuadroTexto 6">
            <a:extLst>
              <a:ext uri="{FF2B5EF4-FFF2-40B4-BE49-F238E27FC236}">
                <a16:creationId xmlns:a16="http://schemas.microsoft.com/office/drawing/2014/main" id="{07F0F2C9-69A5-4950-BA3E-5E97D6DE31B8}"/>
              </a:ext>
            </a:extLst>
          </p:cNvPr>
          <p:cNvSpPr txBox="1"/>
          <p:nvPr/>
        </p:nvSpPr>
        <p:spPr>
          <a:xfrm>
            <a:off x="374904" y="6177390"/>
            <a:ext cx="113564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rgbClr val="C00000"/>
                </a:solidFill>
              </a:rPr>
              <a:t>DATOS DE EJEMPLO – REEMPLAZARLOS CON LA INFORMACIÓN DEL GRUPO Y SUS INTEGRANTES</a:t>
            </a:r>
          </a:p>
        </p:txBody>
      </p:sp>
      <p:graphicFrame>
        <p:nvGraphicFramePr>
          <p:cNvPr id="9" name="Tabla 4">
            <a:extLst>
              <a:ext uri="{FF2B5EF4-FFF2-40B4-BE49-F238E27FC236}">
                <a16:creationId xmlns:a16="http://schemas.microsoft.com/office/drawing/2014/main" id="{364FE21F-A2B9-9248-4162-10584F7C89D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65494145"/>
              </p:ext>
            </p:extLst>
          </p:nvPr>
        </p:nvGraphicFramePr>
        <p:xfrm>
          <a:off x="436869" y="2441896"/>
          <a:ext cx="11232490" cy="2788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7059">
                  <a:extLst>
                    <a:ext uri="{9D8B030D-6E8A-4147-A177-3AD203B41FA5}">
                      <a16:colId xmlns:a16="http://schemas.microsoft.com/office/drawing/2014/main" val="3529894340"/>
                    </a:ext>
                  </a:extLst>
                </a:gridCol>
                <a:gridCol w="1268083">
                  <a:extLst>
                    <a:ext uri="{9D8B030D-6E8A-4147-A177-3AD203B41FA5}">
                      <a16:colId xmlns:a16="http://schemas.microsoft.com/office/drawing/2014/main" val="1499861417"/>
                    </a:ext>
                  </a:extLst>
                </a:gridCol>
                <a:gridCol w="2346385">
                  <a:extLst>
                    <a:ext uri="{9D8B030D-6E8A-4147-A177-3AD203B41FA5}">
                      <a16:colId xmlns:a16="http://schemas.microsoft.com/office/drawing/2014/main" val="4187647733"/>
                    </a:ext>
                  </a:extLst>
                </a:gridCol>
                <a:gridCol w="4950963">
                  <a:extLst>
                    <a:ext uri="{9D8B030D-6E8A-4147-A177-3AD203B41FA5}">
                      <a16:colId xmlns:a16="http://schemas.microsoft.com/office/drawing/2014/main" val="249921584"/>
                    </a:ext>
                  </a:extLst>
                </a:gridCol>
              </a:tblGrid>
              <a:tr h="762884">
                <a:tc gridSpan="4">
                  <a:txBody>
                    <a:bodyPr/>
                    <a:lstStyle/>
                    <a:p>
                      <a:pPr lvl="1" algn="ctr"/>
                      <a:r>
                        <a:rPr lang="es-PE" sz="1600" dirty="0"/>
                        <a:t>INTEGRANTES Y PARTICIPACIÓN EN EL PROYECTO</a:t>
                      </a:r>
                    </a:p>
                  </a:txBody>
                  <a:tcPr marL="76901" marR="76901" marT="38451" marB="38451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s-PE" sz="1600" dirty="0"/>
                    </a:p>
                  </a:txBody>
                  <a:tcPr marL="76901" marR="76901" marT="38451" marB="38451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PE" sz="1600" dirty="0"/>
                    </a:p>
                  </a:txBody>
                  <a:tcPr marL="76901" marR="76901" marT="38451" marB="38451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423444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pPr lvl="0" algn="l"/>
                      <a:r>
                        <a:rPr lang="es-PE" sz="1600" dirty="0">
                          <a:solidFill>
                            <a:schemeClr val="bg1"/>
                          </a:solidFill>
                        </a:rPr>
                        <a:t>INTEGRANTES</a:t>
                      </a:r>
                    </a:p>
                  </a:txBody>
                  <a:tcPr marL="76901" marR="76901" marT="38451" marB="38451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solidFill>
                            <a:schemeClr val="bg1"/>
                          </a:solidFill>
                        </a:rPr>
                        <a:t>Coordinador</a:t>
                      </a:r>
                      <a:endParaRPr lang="es-PE" sz="1600" dirty="0">
                        <a:solidFill>
                          <a:schemeClr val="bg1"/>
                        </a:solidFill>
                      </a:endParaRPr>
                    </a:p>
                  </a:txBody>
                  <a:tcPr marL="76901" marR="76901" marT="38451" marB="38451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600" dirty="0">
                          <a:solidFill>
                            <a:schemeClr val="bg1"/>
                          </a:solidFill>
                        </a:rPr>
                        <a:t>% Cumplimiento según lo ofrecido (0%, 25%, 50%, 75%, 100%)</a:t>
                      </a:r>
                    </a:p>
                  </a:txBody>
                  <a:tcPr marL="76901" marR="76901" marT="38451" marB="38451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600" dirty="0">
                          <a:solidFill>
                            <a:schemeClr val="bg1"/>
                          </a:solidFill>
                        </a:rPr>
                        <a:t>OBSERVACIÓN</a:t>
                      </a:r>
                    </a:p>
                  </a:txBody>
                  <a:tcPr marL="76901" marR="76901" marT="38451" marB="38451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8531505"/>
                  </a:ext>
                </a:extLst>
              </a:tr>
              <a:tr h="502793">
                <a:tc>
                  <a:txBody>
                    <a:bodyPr/>
                    <a:lstStyle/>
                    <a:p>
                      <a:pPr lvl="0"/>
                      <a:r>
                        <a:rPr lang="es-ES" sz="1600" dirty="0"/>
                        <a:t>J</a:t>
                      </a:r>
                      <a:r>
                        <a:rPr lang="es-PE" sz="1600" dirty="0"/>
                        <a:t>unior Guillermo Torres Lapa</a:t>
                      </a:r>
                    </a:p>
                  </a:txBody>
                  <a:tcPr marL="76901" marR="76901" marT="38451" marB="3845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/>
                        <a:t>SI</a:t>
                      </a:r>
                      <a:endParaRPr lang="es-PE" sz="1600" dirty="0"/>
                    </a:p>
                  </a:txBody>
                  <a:tcPr marL="76901" marR="76901" marT="38451" marB="3845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600" dirty="0"/>
                        <a:t>100%</a:t>
                      </a:r>
                    </a:p>
                  </a:txBody>
                  <a:tcPr marL="76901" marR="76901" marT="38451" marB="38451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600" dirty="0"/>
                        <a:t>Cumplió con todas sus actividades.</a:t>
                      </a:r>
                      <a:endParaRPr lang="es-PE" sz="1600" dirty="0"/>
                    </a:p>
                  </a:txBody>
                  <a:tcPr marL="76901" marR="76901" marT="38451" marB="38451" anchor="ctr"/>
                </a:tc>
                <a:extLst>
                  <a:ext uri="{0D108BD9-81ED-4DB2-BD59-A6C34878D82A}">
                    <a16:rowId xmlns:a16="http://schemas.microsoft.com/office/drawing/2014/main" val="2652640281"/>
                  </a:ext>
                </a:extLst>
              </a:tr>
              <a:tr h="714637">
                <a:tc>
                  <a:txBody>
                    <a:bodyPr/>
                    <a:lstStyle/>
                    <a:p>
                      <a:pPr lvl="0"/>
                      <a:r>
                        <a:rPr lang="es-PE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Gerardo Turin Sanchez</a:t>
                      </a:r>
                      <a:endParaRPr lang="es-PE" sz="1400" b="0" dirty="0"/>
                    </a:p>
                  </a:txBody>
                  <a:tcPr marL="76901" marR="76901" marT="38451" marB="38451" anchor="ctr"/>
                </a:tc>
                <a:tc>
                  <a:txBody>
                    <a:bodyPr/>
                    <a:lstStyle/>
                    <a:p>
                      <a:pPr algn="ctr"/>
                      <a:endParaRPr lang="es-PE" sz="1600" dirty="0"/>
                    </a:p>
                  </a:txBody>
                  <a:tcPr marL="76901" marR="76901" marT="38451" marB="3845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600" dirty="0"/>
                        <a:t>100%</a:t>
                      </a:r>
                    </a:p>
                  </a:txBody>
                  <a:tcPr marL="76901" marR="76901" marT="38451" marB="38451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600" dirty="0"/>
                        <a:t>Cumplió con todas sus actividades.</a:t>
                      </a:r>
                      <a:endParaRPr lang="es-PE" sz="1600" dirty="0"/>
                    </a:p>
                  </a:txBody>
                  <a:tcPr marL="76901" marR="76901" marT="38451" marB="38451" anchor="ctr"/>
                </a:tc>
                <a:extLst>
                  <a:ext uri="{0D108BD9-81ED-4DB2-BD59-A6C34878D82A}">
                    <a16:rowId xmlns:a16="http://schemas.microsoft.com/office/drawing/2014/main" val="35247491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060883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9D1337E5-2757-110E-B6EC-B37F023744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>
            <a:normAutofit/>
          </a:bodyPr>
          <a:lstStyle/>
          <a:p>
            <a:r>
              <a:rPr lang="es-ES" sz="3300" b="1" dirty="0">
                <a:solidFill>
                  <a:schemeClr val="tx2"/>
                </a:solidFill>
              </a:rPr>
              <a:t>INFORME DE INCIDENCIAS (Opcional): </a:t>
            </a:r>
            <a:br>
              <a:rPr lang="es-ES" sz="3300" dirty="0">
                <a:solidFill>
                  <a:schemeClr val="tx2"/>
                </a:solidFill>
              </a:rPr>
            </a:br>
            <a:r>
              <a:rPr lang="es-ES" sz="3300" dirty="0">
                <a:solidFill>
                  <a:schemeClr val="tx2"/>
                </a:solidFill>
              </a:rPr>
              <a:t>En la siguiente caja de texto informe sobre cualquier incidencia ocurrida en el desarrollo de la actividad ATF.</a:t>
            </a:r>
            <a:endParaRPr lang="es-PE" sz="3300" dirty="0">
              <a:solidFill>
                <a:schemeClr val="tx2"/>
              </a:solidFill>
            </a:endParaRP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0A289F2F-9E68-1178-FE98-5CE638EBC1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2200" y="804672"/>
            <a:ext cx="5221224" cy="523036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s-ES" sz="1800" dirty="0">
                <a:solidFill>
                  <a:schemeClr val="tx2"/>
                </a:solidFill>
              </a:rPr>
              <a:t>No se encontraron incidentes relevantes dentro del desarrollo de Avance de Trabajo Final.</a:t>
            </a:r>
            <a:endParaRPr lang="es-PE" sz="18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783884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169</Words>
  <Application>Microsoft Office PowerPoint</Application>
  <PresentationFormat>Panorámica</PresentationFormat>
  <Paragraphs>24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Tema de Office</vt:lpstr>
      <vt:lpstr>Presentación de PowerPoint</vt:lpstr>
      <vt:lpstr>INFORME DE INCIDENCIAS (Opcional):  En la siguiente caja de texto informe sobre cualquier incidencia ocurrida en el desarrollo de la actividad ATF.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Número de grupo: 1</dc:title>
  <dc:creator>ERNESTO RODAS LEON</dc:creator>
  <cp:lastModifiedBy>Guille Torres</cp:lastModifiedBy>
  <cp:revision>26</cp:revision>
  <dcterms:created xsi:type="dcterms:W3CDTF">2022-09-09T21:19:54Z</dcterms:created>
  <dcterms:modified xsi:type="dcterms:W3CDTF">2026-06-27T18:18:24Z</dcterms:modified>
</cp:coreProperties>
</file>